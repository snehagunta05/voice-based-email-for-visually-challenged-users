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4" r:id="rId1"/>
  </p:sldMasterIdLst>
  <p:sldIdLst>
    <p:sldId id="256" r:id="rId2"/>
    <p:sldId id="257" r:id="rId3"/>
    <p:sldId id="258" r:id="rId4"/>
    <p:sldId id="259" r:id="rId5"/>
    <p:sldId id="260" r:id="rId6"/>
    <p:sldId id="261" r:id="rId7"/>
    <p:sldId id="263" r:id="rId8"/>
    <p:sldId id="267" r:id="rId9"/>
    <p:sldId id="266" r:id="rId10"/>
    <p:sldId id="265" r:id="rId11"/>
    <p:sldId id="269"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1CAA8E-2D92-4984-87E3-DA5E9A5ED266}" v="72" dt="2025-12-03T17:22:34.334"/>
    <p1510:client id="{A426A0D1-5E19-40EE-8D05-D13AC7ECA1E5}" v="5" dt="2025-12-03T17:31:55.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 GUNTA" userId="8f361b2a5c5692cf" providerId="LiveId" clId="{EA7C6A5D-E64D-47B5-96D3-F3B5286C7CD9}"/>
    <pc:docChg chg="modSld modMainMaster">
      <pc:chgData name="SNEHA GUNTA" userId="8f361b2a5c5692cf" providerId="LiveId" clId="{EA7C6A5D-E64D-47B5-96D3-F3B5286C7CD9}" dt="2025-12-03T17:31:55.103" v="4"/>
      <pc:docMkLst>
        <pc:docMk/>
      </pc:docMkLst>
      <pc:sldChg chg="modTransition">
        <pc:chgData name="SNEHA GUNTA" userId="8f361b2a5c5692cf" providerId="LiveId" clId="{EA7C6A5D-E64D-47B5-96D3-F3B5286C7CD9}" dt="2025-12-03T17:31:55.103" v="4"/>
        <pc:sldMkLst>
          <pc:docMk/>
          <pc:sldMk cId="0" sldId="256"/>
        </pc:sldMkLst>
      </pc:sldChg>
      <pc:sldChg chg="modTransition">
        <pc:chgData name="SNEHA GUNTA" userId="8f361b2a5c5692cf" providerId="LiveId" clId="{EA7C6A5D-E64D-47B5-96D3-F3B5286C7CD9}" dt="2025-12-03T17:31:55.103" v="4"/>
        <pc:sldMkLst>
          <pc:docMk/>
          <pc:sldMk cId="0" sldId="257"/>
        </pc:sldMkLst>
      </pc:sldChg>
      <pc:sldChg chg="modTransition">
        <pc:chgData name="SNEHA GUNTA" userId="8f361b2a5c5692cf" providerId="LiveId" clId="{EA7C6A5D-E64D-47B5-96D3-F3B5286C7CD9}" dt="2025-12-03T17:31:55.103" v="4"/>
        <pc:sldMkLst>
          <pc:docMk/>
          <pc:sldMk cId="0" sldId="258"/>
        </pc:sldMkLst>
      </pc:sldChg>
      <pc:sldChg chg="modTransition">
        <pc:chgData name="SNEHA GUNTA" userId="8f361b2a5c5692cf" providerId="LiveId" clId="{EA7C6A5D-E64D-47B5-96D3-F3B5286C7CD9}" dt="2025-12-03T17:31:55.103" v="4"/>
        <pc:sldMkLst>
          <pc:docMk/>
          <pc:sldMk cId="0" sldId="259"/>
        </pc:sldMkLst>
      </pc:sldChg>
      <pc:sldChg chg="modTransition">
        <pc:chgData name="SNEHA GUNTA" userId="8f361b2a5c5692cf" providerId="LiveId" clId="{EA7C6A5D-E64D-47B5-96D3-F3B5286C7CD9}" dt="2025-12-03T17:31:55.103" v="4"/>
        <pc:sldMkLst>
          <pc:docMk/>
          <pc:sldMk cId="0" sldId="260"/>
        </pc:sldMkLst>
      </pc:sldChg>
      <pc:sldChg chg="modTransition">
        <pc:chgData name="SNEHA GUNTA" userId="8f361b2a5c5692cf" providerId="LiveId" clId="{EA7C6A5D-E64D-47B5-96D3-F3B5286C7CD9}" dt="2025-12-03T17:31:55.103" v="4"/>
        <pc:sldMkLst>
          <pc:docMk/>
          <pc:sldMk cId="0" sldId="261"/>
        </pc:sldMkLst>
      </pc:sldChg>
      <pc:sldChg chg="modTransition">
        <pc:chgData name="SNEHA GUNTA" userId="8f361b2a5c5692cf" providerId="LiveId" clId="{EA7C6A5D-E64D-47B5-96D3-F3B5286C7CD9}" dt="2025-12-03T17:31:55.103" v="4"/>
        <pc:sldMkLst>
          <pc:docMk/>
          <pc:sldMk cId="0" sldId="263"/>
        </pc:sldMkLst>
      </pc:sldChg>
      <pc:sldChg chg="modTransition">
        <pc:chgData name="SNEHA GUNTA" userId="8f361b2a5c5692cf" providerId="LiveId" clId="{EA7C6A5D-E64D-47B5-96D3-F3B5286C7CD9}" dt="2025-12-03T17:31:55.103" v="4"/>
        <pc:sldMkLst>
          <pc:docMk/>
          <pc:sldMk cId="0" sldId="265"/>
        </pc:sldMkLst>
      </pc:sldChg>
      <pc:sldChg chg="modTransition">
        <pc:chgData name="SNEHA GUNTA" userId="8f361b2a5c5692cf" providerId="LiveId" clId="{EA7C6A5D-E64D-47B5-96D3-F3B5286C7CD9}" dt="2025-12-03T17:31:55.103" v="4"/>
        <pc:sldMkLst>
          <pc:docMk/>
          <pc:sldMk cId="2568671591" sldId="266"/>
        </pc:sldMkLst>
      </pc:sldChg>
      <pc:sldChg chg="modTransition">
        <pc:chgData name="SNEHA GUNTA" userId="8f361b2a5c5692cf" providerId="LiveId" clId="{EA7C6A5D-E64D-47B5-96D3-F3B5286C7CD9}" dt="2025-12-03T17:31:55.103" v="4"/>
        <pc:sldMkLst>
          <pc:docMk/>
          <pc:sldMk cId="1579501637" sldId="267"/>
        </pc:sldMkLst>
      </pc:sldChg>
      <pc:sldChg chg="modTransition">
        <pc:chgData name="SNEHA GUNTA" userId="8f361b2a5c5692cf" providerId="LiveId" clId="{EA7C6A5D-E64D-47B5-96D3-F3B5286C7CD9}" dt="2025-12-03T17:31:55.103" v="4"/>
        <pc:sldMkLst>
          <pc:docMk/>
          <pc:sldMk cId="2543455776" sldId="268"/>
        </pc:sldMkLst>
      </pc:sldChg>
      <pc:sldChg chg="modTransition">
        <pc:chgData name="SNEHA GUNTA" userId="8f361b2a5c5692cf" providerId="LiveId" clId="{EA7C6A5D-E64D-47B5-96D3-F3B5286C7CD9}" dt="2025-12-03T17:31:55.103" v="4"/>
        <pc:sldMkLst>
          <pc:docMk/>
          <pc:sldMk cId="2520855995" sldId="269"/>
        </pc:sldMkLst>
      </pc:sldChg>
      <pc:sldMasterChg chg="modTransition modSldLayout">
        <pc:chgData name="SNEHA GUNTA" userId="8f361b2a5c5692cf" providerId="LiveId" clId="{EA7C6A5D-E64D-47B5-96D3-F3B5286C7CD9}" dt="2025-12-03T17:31:55.103" v="4"/>
        <pc:sldMasterMkLst>
          <pc:docMk/>
          <pc:sldMasterMk cId="813030464" sldId="2147483994"/>
        </pc:sldMasterMkLst>
        <pc:sldLayoutChg chg="modTransition">
          <pc:chgData name="SNEHA GUNTA" userId="8f361b2a5c5692cf" providerId="LiveId" clId="{EA7C6A5D-E64D-47B5-96D3-F3B5286C7CD9}" dt="2025-12-03T17:31:55.103" v="4"/>
          <pc:sldLayoutMkLst>
            <pc:docMk/>
            <pc:sldMasterMk cId="813030464" sldId="2147483994"/>
            <pc:sldLayoutMk cId="33677545" sldId="2147483995"/>
          </pc:sldLayoutMkLst>
        </pc:sldLayoutChg>
        <pc:sldLayoutChg chg="modTransition">
          <pc:chgData name="SNEHA GUNTA" userId="8f361b2a5c5692cf" providerId="LiveId" clId="{EA7C6A5D-E64D-47B5-96D3-F3B5286C7CD9}" dt="2025-12-03T17:31:55.103" v="4"/>
          <pc:sldLayoutMkLst>
            <pc:docMk/>
            <pc:sldMasterMk cId="813030464" sldId="2147483994"/>
            <pc:sldLayoutMk cId="657497940" sldId="2147483996"/>
          </pc:sldLayoutMkLst>
        </pc:sldLayoutChg>
        <pc:sldLayoutChg chg="modTransition">
          <pc:chgData name="SNEHA GUNTA" userId="8f361b2a5c5692cf" providerId="LiveId" clId="{EA7C6A5D-E64D-47B5-96D3-F3B5286C7CD9}" dt="2025-12-03T17:31:55.103" v="4"/>
          <pc:sldLayoutMkLst>
            <pc:docMk/>
            <pc:sldMasterMk cId="813030464" sldId="2147483994"/>
            <pc:sldLayoutMk cId="2497227507" sldId="2147483997"/>
          </pc:sldLayoutMkLst>
        </pc:sldLayoutChg>
        <pc:sldLayoutChg chg="modTransition">
          <pc:chgData name="SNEHA GUNTA" userId="8f361b2a5c5692cf" providerId="LiveId" clId="{EA7C6A5D-E64D-47B5-96D3-F3B5286C7CD9}" dt="2025-12-03T17:31:55.103" v="4"/>
          <pc:sldLayoutMkLst>
            <pc:docMk/>
            <pc:sldMasterMk cId="813030464" sldId="2147483994"/>
            <pc:sldLayoutMk cId="4025516358" sldId="2147483998"/>
          </pc:sldLayoutMkLst>
        </pc:sldLayoutChg>
        <pc:sldLayoutChg chg="modTransition">
          <pc:chgData name="SNEHA GUNTA" userId="8f361b2a5c5692cf" providerId="LiveId" clId="{EA7C6A5D-E64D-47B5-96D3-F3B5286C7CD9}" dt="2025-12-03T17:31:55.103" v="4"/>
          <pc:sldLayoutMkLst>
            <pc:docMk/>
            <pc:sldMasterMk cId="813030464" sldId="2147483994"/>
            <pc:sldLayoutMk cId="1931069075" sldId="2147483999"/>
          </pc:sldLayoutMkLst>
        </pc:sldLayoutChg>
        <pc:sldLayoutChg chg="modTransition">
          <pc:chgData name="SNEHA GUNTA" userId="8f361b2a5c5692cf" providerId="LiveId" clId="{EA7C6A5D-E64D-47B5-96D3-F3B5286C7CD9}" dt="2025-12-03T17:31:55.103" v="4"/>
          <pc:sldLayoutMkLst>
            <pc:docMk/>
            <pc:sldMasterMk cId="813030464" sldId="2147483994"/>
            <pc:sldLayoutMk cId="1839425048" sldId="2147484000"/>
          </pc:sldLayoutMkLst>
        </pc:sldLayoutChg>
        <pc:sldLayoutChg chg="modTransition">
          <pc:chgData name="SNEHA GUNTA" userId="8f361b2a5c5692cf" providerId="LiveId" clId="{EA7C6A5D-E64D-47B5-96D3-F3B5286C7CD9}" dt="2025-12-03T17:31:55.103" v="4"/>
          <pc:sldLayoutMkLst>
            <pc:docMk/>
            <pc:sldMasterMk cId="813030464" sldId="2147483994"/>
            <pc:sldLayoutMk cId="1092358801" sldId="2147484001"/>
          </pc:sldLayoutMkLst>
        </pc:sldLayoutChg>
        <pc:sldLayoutChg chg="modTransition">
          <pc:chgData name="SNEHA GUNTA" userId="8f361b2a5c5692cf" providerId="LiveId" clId="{EA7C6A5D-E64D-47B5-96D3-F3B5286C7CD9}" dt="2025-12-03T17:31:55.103" v="4"/>
          <pc:sldLayoutMkLst>
            <pc:docMk/>
            <pc:sldMasterMk cId="813030464" sldId="2147483994"/>
            <pc:sldLayoutMk cId="3956977027" sldId="2147484002"/>
          </pc:sldLayoutMkLst>
        </pc:sldLayoutChg>
        <pc:sldLayoutChg chg="modTransition">
          <pc:chgData name="SNEHA GUNTA" userId="8f361b2a5c5692cf" providerId="LiveId" clId="{EA7C6A5D-E64D-47B5-96D3-F3B5286C7CD9}" dt="2025-12-03T17:31:55.103" v="4"/>
          <pc:sldLayoutMkLst>
            <pc:docMk/>
            <pc:sldMasterMk cId="813030464" sldId="2147483994"/>
            <pc:sldLayoutMk cId="3051150510" sldId="2147484003"/>
          </pc:sldLayoutMkLst>
        </pc:sldLayoutChg>
        <pc:sldLayoutChg chg="modTransition">
          <pc:chgData name="SNEHA GUNTA" userId="8f361b2a5c5692cf" providerId="LiveId" clId="{EA7C6A5D-E64D-47B5-96D3-F3B5286C7CD9}" dt="2025-12-03T17:31:55.103" v="4"/>
          <pc:sldLayoutMkLst>
            <pc:docMk/>
            <pc:sldMasterMk cId="813030464" sldId="2147483994"/>
            <pc:sldLayoutMk cId="2358414112" sldId="2147484004"/>
          </pc:sldLayoutMkLst>
        </pc:sldLayoutChg>
        <pc:sldLayoutChg chg="modTransition">
          <pc:chgData name="SNEHA GUNTA" userId="8f361b2a5c5692cf" providerId="LiveId" clId="{EA7C6A5D-E64D-47B5-96D3-F3B5286C7CD9}" dt="2025-12-03T17:31:55.103" v="4"/>
          <pc:sldLayoutMkLst>
            <pc:docMk/>
            <pc:sldMasterMk cId="813030464" sldId="2147483994"/>
            <pc:sldLayoutMk cId="123285241" sldId="2147484005"/>
          </pc:sldLayoutMkLst>
        </pc:sldLayoutChg>
        <pc:sldLayoutChg chg="modTransition">
          <pc:chgData name="SNEHA GUNTA" userId="8f361b2a5c5692cf" providerId="LiveId" clId="{EA7C6A5D-E64D-47B5-96D3-F3B5286C7CD9}" dt="2025-12-03T17:31:55.103" v="4"/>
          <pc:sldLayoutMkLst>
            <pc:docMk/>
            <pc:sldMasterMk cId="813030464" sldId="2147483994"/>
            <pc:sldLayoutMk cId="2354622477" sldId="2147484006"/>
          </pc:sldLayoutMkLst>
        </pc:sldLayoutChg>
        <pc:sldLayoutChg chg="modTransition">
          <pc:chgData name="SNEHA GUNTA" userId="8f361b2a5c5692cf" providerId="LiveId" clId="{EA7C6A5D-E64D-47B5-96D3-F3B5286C7CD9}" dt="2025-12-03T17:31:55.103" v="4"/>
          <pc:sldLayoutMkLst>
            <pc:docMk/>
            <pc:sldMasterMk cId="813030464" sldId="2147483994"/>
            <pc:sldLayoutMk cId="142752725" sldId="2147484007"/>
          </pc:sldLayoutMkLst>
        </pc:sldLayoutChg>
        <pc:sldLayoutChg chg="modTransition">
          <pc:chgData name="SNEHA GUNTA" userId="8f361b2a5c5692cf" providerId="LiveId" clId="{EA7C6A5D-E64D-47B5-96D3-F3B5286C7CD9}" dt="2025-12-03T17:31:55.103" v="4"/>
          <pc:sldLayoutMkLst>
            <pc:docMk/>
            <pc:sldMasterMk cId="813030464" sldId="2147483994"/>
            <pc:sldLayoutMk cId="4280063050" sldId="2147484008"/>
          </pc:sldLayoutMkLst>
        </pc:sldLayoutChg>
        <pc:sldLayoutChg chg="modTransition">
          <pc:chgData name="SNEHA GUNTA" userId="8f361b2a5c5692cf" providerId="LiveId" clId="{EA7C6A5D-E64D-47B5-96D3-F3B5286C7CD9}" dt="2025-12-03T17:31:55.103" v="4"/>
          <pc:sldLayoutMkLst>
            <pc:docMk/>
            <pc:sldMasterMk cId="813030464" sldId="2147483994"/>
            <pc:sldLayoutMk cId="483417755" sldId="2147484009"/>
          </pc:sldLayoutMkLst>
        </pc:sldLayoutChg>
        <pc:sldLayoutChg chg="modTransition">
          <pc:chgData name="SNEHA GUNTA" userId="8f361b2a5c5692cf" providerId="LiveId" clId="{EA7C6A5D-E64D-47B5-96D3-F3B5286C7CD9}" dt="2025-12-03T17:31:55.103" v="4"/>
          <pc:sldLayoutMkLst>
            <pc:docMk/>
            <pc:sldMasterMk cId="813030464" sldId="2147483994"/>
            <pc:sldLayoutMk cId="3565199648" sldId="2147484010"/>
          </pc:sldLayoutMkLst>
        </pc:sldLayoutChg>
        <pc:sldLayoutChg chg="modTransition">
          <pc:chgData name="SNEHA GUNTA" userId="8f361b2a5c5692cf" providerId="LiveId" clId="{EA7C6A5D-E64D-47B5-96D3-F3B5286C7CD9}" dt="2025-12-03T17:31:55.103" v="4"/>
          <pc:sldLayoutMkLst>
            <pc:docMk/>
            <pc:sldMasterMk cId="813030464" sldId="2147483994"/>
            <pc:sldLayoutMk cId="205687578" sldId="2147484011"/>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775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74979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72275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55163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10690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94250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23588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6977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11505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84141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2852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5" name="Picture 14"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546224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7527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00630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34177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51996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6875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1000">
              <a:schemeClr val="tx2">
                <a:lumMod val="60000"/>
                <a:lumOff val="40000"/>
              </a:schemeClr>
            </a:gs>
            <a:gs pos="100000">
              <a:schemeClr val="accent2">
                <a:lumMod val="40000"/>
                <a:lumOff val="60000"/>
              </a:schemeClr>
            </a:gs>
          </a:gsLst>
          <a:lin ang="2700000" scaled="0"/>
          <a:tileRect/>
        </a:gradFill>
        <a:effectLst/>
      </p:bgPr>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13030464"/>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 id="2147484005" r:id="rId11"/>
    <p:sldLayoutId id="2147484006" r:id="rId12"/>
    <p:sldLayoutId id="2147484007" r:id="rId13"/>
    <p:sldLayoutId id="2147484008" r:id="rId14"/>
    <p:sldLayoutId id="2147484009" r:id="rId15"/>
    <p:sldLayoutId id="2147484010" r:id="rId16"/>
    <p:sldLayoutId id="2147484011" r:id="rId17"/>
  </p:sldLayoutIdLst>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1652" y="479560"/>
            <a:ext cx="6410632" cy="1293028"/>
          </a:xfrm>
        </p:spPr>
        <p:txBody>
          <a:bodyPr>
            <a:normAutofit/>
          </a:bodyPr>
          <a:lstStyle/>
          <a:p>
            <a:pPr algn="ctr"/>
            <a:r>
              <a:rPr sz="2800" b="1" dirty="0"/>
              <a:t>Voice-Based Email for Visually Challenged Users</a:t>
            </a:r>
          </a:p>
        </p:txBody>
      </p:sp>
      <p:sp>
        <p:nvSpPr>
          <p:cNvPr id="3" name="Content Placeholder 2"/>
          <p:cNvSpPr>
            <a:spLocks noGrp="1"/>
          </p:cNvSpPr>
          <p:nvPr>
            <p:ph idx="1"/>
          </p:nvPr>
        </p:nvSpPr>
        <p:spPr>
          <a:xfrm>
            <a:off x="541814" y="4430118"/>
            <a:ext cx="7269106" cy="2694038"/>
          </a:xfrm>
        </p:spPr>
        <p:txBody>
          <a:bodyPr/>
          <a:lstStyle/>
          <a:p>
            <a:pPr marL="457200" lvl="1" indent="0" algn="ctr">
              <a:buNone/>
            </a:pPr>
            <a:r>
              <a:rPr lang="en-IN" u="sng" dirty="0"/>
              <a:t>PROJECT MEMBERS</a:t>
            </a:r>
          </a:p>
          <a:p>
            <a:pPr marL="457200" lvl="1" indent="0" algn="ctr">
              <a:buNone/>
            </a:pPr>
            <a:endParaRPr lang="en-IN" dirty="0"/>
          </a:p>
          <a:p>
            <a:pPr marL="457200" lvl="1" indent="0" algn="ctr">
              <a:buNone/>
            </a:pPr>
            <a:r>
              <a:rPr lang="en-IN" b="1" dirty="0"/>
              <a:t>T.AGASTHYA</a:t>
            </a:r>
          </a:p>
          <a:p>
            <a:pPr marL="457200" lvl="1" indent="0" algn="ctr">
              <a:buNone/>
            </a:pPr>
            <a:r>
              <a:rPr lang="en-IN" b="1" dirty="0"/>
              <a:t>G.SNEHA</a:t>
            </a:r>
          </a:p>
          <a:p>
            <a:pPr marL="457200" lvl="1" indent="0" algn="ctr">
              <a:buNone/>
            </a:pPr>
            <a:r>
              <a:rPr lang="en-IN" b="1" dirty="0"/>
              <a:t>CH.RAKSHITHA</a:t>
            </a:r>
          </a:p>
        </p:txBody>
      </p:sp>
      <p:sp>
        <p:nvSpPr>
          <p:cNvPr id="4" name="TextBox 3">
            <a:extLst>
              <a:ext uri="{FF2B5EF4-FFF2-40B4-BE49-F238E27FC236}">
                <a16:creationId xmlns:a16="http://schemas.microsoft.com/office/drawing/2014/main" id="{F8D9912E-4EEE-D412-B667-E3C1A2E8D320}"/>
              </a:ext>
            </a:extLst>
          </p:cNvPr>
          <p:cNvSpPr txBox="1"/>
          <p:nvPr/>
        </p:nvSpPr>
        <p:spPr>
          <a:xfrm>
            <a:off x="157316" y="2104571"/>
            <a:ext cx="9160855" cy="461665"/>
          </a:xfrm>
          <a:prstGeom prst="rect">
            <a:avLst/>
          </a:prstGeom>
          <a:noFill/>
        </p:spPr>
        <p:txBody>
          <a:bodyPr wrap="square" rtlCol="0">
            <a:spAutoFit/>
          </a:bodyPr>
          <a:lstStyle/>
          <a:p>
            <a:pPr algn="ctr"/>
            <a:r>
              <a:rPr lang="en-IN" sz="2400" b="1" dirty="0">
                <a:solidFill>
                  <a:schemeClr val="accent2"/>
                </a:solidFill>
              </a:rPr>
              <a:t>GOKARAJU LAILAVATHI ENGINEERING COLLEGE</a:t>
            </a:r>
          </a:p>
        </p:txBody>
      </p:sp>
      <p:sp>
        <p:nvSpPr>
          <p:cNvPr id="5" name="TextBox 4">
            <a:extLst>
              <a:ext uri="{FF2B5EF4-FFF2-40B4-BE49-F238E27FC236}">
                <a16:creationId xmlns:a16="http://schemas.microsoft.com/office/drawing/2014/main" id="{9AD92FD0-83B5-F32C-A9EB-68FC356384DF}"/>
              </a:ext>
            </a:extLst>
          </p:cNvPr>
          <p:cNvSpPr txBox="1"/>
          <p:nvPr/>
        </p:nvSpPr>
        <p:spPr>
          <a:xfrm>
            <a:off x="2126342" y="2851178"/>
            <a:ext cx="5110199" cy="400110"/>
          </a:xfrm>
          <a:prstGeom prst="rect">
            <a:avLst/>
          </a:prstGeom>
          <a:noFill/>
        </p:spPr>
        <p:txBody>
          <a:bodyPr wrap="square" rtlCol="0">
            <a:spAutoFit/>
          </a:bodyPr>
          <a:lstStyle/>
          <a:p>
            <a:r>
              <a:rPr lang="en-IN" sz="2000" dirty="0"/>
              <a:t>COMPUTER SCIENCE AND ENGINEERING</a:t>
            </a:r>
          </a:p>
        </p:txBody>
      </p:sp>
      <p:sp>
        <p:nvSpPr>
          <p:cNvPr id="6" name="TextBox 5">
            <a:extLst>
              <a:ext uri="{FF2B5EF4-FFF2-40B4-BE49-F238E27FC236}">
                <a16:creationId xmlns:a16="http://schemas.microsoft.com/office/drawing/2014/main" id="{1D592919-DFFB-33FC-FF3D-35A9F0493C25}"/>
              </a:ext>
            </a:extLst>
          </p:cNvPr>
          <p:cNvSpPr txBox="1"/>
          <p:nvPr/>
        </p:nvSpPr>
        <p:spPr>
          <a:xfrm>
            <a:off x="2777737" y="3745066"/>
            <a:ext cx="4178461" cy="400110"/>
          </a:xfrm>
          <a:prstGeom prst="rect">
            <a:avLst/>
          </a:prstGeom>
          <a:noFill/>
        </p:spPr>
        <p:txBody>
          <a:bodyPr wrap="square" rtlCol="0">
            <a:spAutoFit/>
          </a:bodyPr>
          <a:lstStyle/>
          <a:p>
            <a:r>
              <a:rPr lang="en-US" sz="2000" dirty="0"/>
              <a:t>TEAM NAME :   WEBVERSE</a:t>
            </a:r>
            <a:endParaRPr lang="en-IN"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0013" y="470721"/>
            <a:ext cx="5850193" cy="1299086"/>
          </a:xfrm>
        </p:spPr>
        <p:txBody>
          <a:bodyPr>
            <a:normAutofit/>
          </a:bodyPr>
          <a:lstStyle/>
          <a:p>
            <a:r>
              <a:rPr sz="3200" dirty="0"/>
              <a:t>Introduction &amp; Problem Statement</a:t>
            </a:r>
          </a:p>
        </p:txBody>
      </p:sp>
      <p:sp>
        <p:nvSpPr>
          <p:cNvPr id="3" name="Content Placeholder 2"/>
          <p:cNvSpPr>
            <a:spLocks noGrp="1"/>
          </p:cNvSpPr>
          <p:nvPr>
            <p:ph idx="1"/>
          </p:nvPr>
        </p:nvSpPr>
        <p:spPr>
          <a:xfrm>
            <a:off x="68826" y="1887793"/>
            <a:ext cx="8711380" cy="4375847"/>
          </a:xfrm>
        </p:spPr>
        <p:txBody>
          <a:bodyPr>
            <a:normAutofit/>
          </a:bodyPr>
          <a:lstStyle/>
          <a:p>
            <a:r>
              <a:rPr lang="en-US" dirty="0"/>
              <a:t>A complete accessibility-focused email system using speech-to-text, text-to-speech,  IVR navigation, and blind-click mouse interactions.</a:t>
            </a:r>
          </a:p>
          <a:p>
            <a:r>
              <a:rPr dirty="0"/>
              <a:t>The internet and email systems require visual interaction.</a:t>
            </a:r>
          </a:p>
          <a:p>
            <a:r>
              <a:rPr dirty="0"/>
              <a:t>Visually challenged users depend on third persons to</a:t>
            </a:r>
            <a:endParaRPr lang="en-US" dirty="0"/>
          </a:p>
          <a:p>
            <a:pPr marL="0" indent="0">
              <a:buNone/>
            </a:pPr>
            <a:r>
              <a:rPr dirty="0"/>
              <a:t> read/send emails.</a:t>
            </a:r>
          </a:p>
          <a:p>
            <a:r>
              <a:rPr dirty="0"/>
              <a:t>Need for a fully voice-drive</a:t>
            </a:r>
            <a:r>
              <a:rPr lang="en-IN" dirty="0"/>
              <a:t>n</a:t>
            </a:r>
          </a:p>
          <a:p>
            <a:pPr marL="0" indent="0">
              <a:buNone/>
            </a:pPr>
            <a:r>
              <a:rPr dirty="0"/>
              <a:t> and</a:t>
            </a:r>
            <a:r>
              <a:rPr lang="en-US" dirty="0"/>
              <a:t> </a:t>
            </a:r>
            <a:r>
              <a:rPr dirty="0"/>
              <a:t>accessible email platform.</a:t>
            </a:r>
          </a:p>
        </p:txBody>
      </p:sp>
      <p:pic>
        <p:nvPicPr>
          <p:cNvPr id="5" name="Picture 4" descr="A person's face with a blue light&#10;&#10;AI-generated content may be incorrect.">
            <a:extLst>
              <a:ext uri="{FF2B5EF4-FFF2-40B4-BE49-F238E27FC236}">
                <a16:creationId xmlns:a16="http://schemas.microsoft.com/office/drawing/2014/main" id="{1FA21A11-ACDB-5AE6-F0A7-A6EBE5FCC010}"/>
              </a:ext>
            </a:extLst>
          </p:cNvPr>
          <p:cNvPicPr>
            <a:picLocks noChangeAspect="1"/>
          </p:cNvPicPr>
          <p:nvPr/>
        </p:nvPicPr>
        <p:blipFill>
          <a:blip r:embed="rId2"/>
          <a:stretch>
            <a:fillRect/>
          </a:stretch>
        </p:blipFill>
        <p:spPr>
          <a:xfrm>
            <a:off x="4995115" y="4143723"/>
            <a:ext cx="3628103" cy="22638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403123"/>
            <a:ext cx="6377940" cy="1229032"/>
          </a:xfrm>
        </p:spPr>
        <p:txBody>
          <a:bodyPr>
            <a:normAutofit/>
          </a:bodyPr>
          <a:lstStyle/>
          <a:p>
            <a:r>
              <a:rPr sz="3200" dirty="0"/>
              <a:t>Proposed Solution</a:t>
            </a:r>
          </a:p>
        </p:txBody>
      </p:sp>
      <p:sp>
        <p:nvSpPr>
          <p:cNvPr id="3" name="Content Placeholder 2"/>
          <p:cNvSpPr>
            <a:spLocks noGrp="1"/>
          </p:cNvSpPr>
          <p:nvPr>
            <p:ph idx="1"/>
          </p:nvPr>
        </p:nvSpPr>
        <p:spPr>
          <a:xfrm>
            <a:off x="167148" y="1632155"/>
            <a:ext cx="8976852" cy="4631485"/>
          </a:xfrm>
        </p:spPr>
        <p:txBody>
          <a:bodyPr>
            <a:normAutofit/>
          </a:bodyPr>
          <a:lstStyle/>
          <a:p>
            <a:r>
              <a:rPr dirty="0"/>
              <a:t>A web-based email system controlled </a:t>
            </a:r>
            <a:r>
              <a:rPr dirty="0" err="1"/>
              <a:t>entirel</a:t>
            </a:r>
            <a:r>
              <a:rPr lang="en-IN" dirty="0"/>
              <a:t>y </a:t>
            </a:r>
            <a:r>
              <a:rPr dirty="0"/>
              <a:t>through voice commands.</a:t>
            </a:r>
          </a:p>
          <a:p>
            <a:r>
              <a:rPr dirty="0"/>
              <a:t>Uses IVR prompts for navigation and </a:t>
            </a:r>
            <a:endParaRPr lang="en-US" dirty="0"/>
          </a:p>
          <a:p>
            <a:pPr marL="0" indent="0">
              <a:buNone/>
            </a:pPr>
            <a:r>
              <a:rPr dirty="0"/>
              <a:t>decision-making.</a:t>
            </a:r>
          </a:p>
          <a:p>
            <a:r>
              <a:rPr dirty="0"/>
              <a:t>Eliminates keyboard usage; </a:t>
            </a:r>
            <a:endParaRPr lang="en-US" dirty="0"/>
          </a:p>
          <a:p>
            <a:pPr marL="0" indent="0">
              <a:buNone/>
            </a:pPr>
            <a:r>
              <a:rPr dirty="0"/>
              <a:t>relies on</a:t>
            </a:r>
            <a:r>
              <a:rPr lang="en-US" dirty="0"/>
              <a:t> </a:t>
            </a:r>
            <a:r>
              <a:rPr dirty="0"/>
              <a:t>blind mouse-click patterns.</a:t>
            </a:r>
          </a:p>
          <a:p>
            <a:r>
              <a:rPr dirty="0"/>
              <a:t>Integrates speech-to-text for composing</a:t>
            </a:r>
            <a:r>
              <a:rPr lang="en-US" dirty="0"/>
              <a:t> </a:t>
            </a:r>
            <a:r>
              <a:rPr dirty="0"/>
              <a:t>and</a:t>
            </a:r>
            <a:endParaRPr lang="en-US" dirty="0"/>
          </a:p>
          <a:p>
            <a:pPr marL="0" indent="0">
              <a:buNone/>
            </a:pPr>
            <a:r>
              <a:rPr dirty="0"/>
              <a:t> text-to-speech for reading mails.</a:t>
            </a:r>
          </a:p>
          <a:p>
            <a:r>
              <a:rPr dirty="0"/>
              <a:t>Provides independent email</a:t>
            </a:r>
            <a:r>
              <a:rPr lang="en-US" dirty="0"/>
              <a:t> </a:t>
            </a:r>
            <a:r>
              <a:rPr dirty="0"/>
              <a:t>usage for visually challenged users.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3413" y="594361"/>
            <a:ext cx="3900668" cy="1234440"/>
          </a:xfrm>
        </p:spPr>
        <p:txBody>
          <a:bodyPr>
            <a:normAutofit/>
          </a:bodyPr>
          <a:lstStyle/>
          <a:p>
            <a:r>
              <a:rPr sz="2800" dirty="0"/>
              <a:t>System Workflow Overview</a:t>
            </a:r>
          </a:p>
        </p:txBody>
      </p:sp>
      <p:sp>
        <p:nvSpPr>
          <p:cNvPr id="3" name="Content Placeholder 2"/>
          <p:cNvSpPr>
            <a:spLocks noGrp="1"/>
          </p:cNvSpPr>
          <p:nvPr>
            <p:ph idx="1"/>
          </p:nvPr>
        </p:nvSpPr>
        <p:spPr>
          <a:xfrm>
            <a:off x="219919" y="1828801"/>
            <a:ext cx="8329721" cy="4434839"/>
          </a:xfrm>
        </p:spPr>
        <p:txBody>
          <a:bodyPr>
            <a:normAutofit/>
          </a:bodyPr>
          <a:lstStyle/>
          <a:p>
            <a:r>
              <a:rPr dirty="0"/>
              <a:t>User logs in using voice-based credential input.</a:t>
            </a:r>
          </a:p>
          <a:p>
            <a:r>
              <a:rPr dirty="0"/>
              <a:t>Dashboard navigation is based on blind mouse clicks:</a:t>
            </a:r>
            <a:endParaRPr lang="en-IN" dirty="0"/>
          </a:p>
          <a:p>
            <a:pPr marL="0" indent="0">
              <a:buNone/>
            </a:pPr>
            <a:r>
              <a:rPr lang="en-IN" dirty="0"/>
              <a:t>      - Left Click → Compose Mail</a:t>
            </a:r>
          </a:p>
          <a:p>
            <a:pPr marL="0" indent="0">
              <a:buNone/>
            </a:pPr>
            <a:r>
              <a:rPr dirty="0"/>
              <a:t>   </a:t>
            </a:r>
            <a:r>
              <a:rPr lang="en-IN" dirty="0"/>
              <a:t>   </a:t>
            </a:r>
            <a:r>
              <a:rPr dirty="0"/>
              <a:t>- Right Click → Sent Mail</a:t>
            </a:r>
          </a:p>
          <a:p>
            <a:pPr marL="0" indent="0">
              <a:buNone/>
            </a:pPr>
            <a:r>
              <a:rPr dirty="0"/>
              <a:t>  </a:t>
            </a:r>
            <a:r>
              <a:rPr lang="en-IN" dirty="0"/>
              <a:t>  </a:t>
            </a:r>
            <a:r>
              <a:rPr dirty="0"/>
              <a:t> </a:t>
            </a:r>
            <a:r>
              <a:rPr lang="en-IN" dirty="0"/>
              <a:t> </a:t>
            </a:r>
            <a:r>
              <a:rPr dirty="0"/>
              <a:t>- Double Left Click → Inbox</a:t>
            </a:r>
          </a:p>
          <a:p>
            <a:pPr marL="0" indent="0">
              <a:buNone/>
            </a:pPr>
            <a:r>
              <a:rPr dirty="0"/>
              <a:t>   </a:t>
            </a:r>
            <a:r>
              <a:rPr lang="en-IN" dirty="0"/>
              <a:t>   </a:t>
            </a:r>
            <a:r>
              <a:rPr dirty="0"/>
              <a:t>- Scroll Click → Trash</a:t>
            </a:r>
          </a:p>
          <a:p>
            <a:pPr marL="0" indent="0">
              <a:buNone/>
            </a:pPr>
            <a:r>
              <a:rPr dirty="0"/>
              <a:t>   </a:t>
            </a:r>
            <a:r>
              <a:rPr lang="en-IN" dirty="0"/>
              <a:t>   </a:t>
            </a:r>
            <a:r>
              <a:rPr dirty="0"/>
              <a:t>- Double Right Click → Logout</a:t>
            </a:r>
          </a:p>
          <a:p>
            <a:r>
              <a:rPr dirty="0"/>
              <a:t>All operations guided through IVR prompts.</a:t>
            </a:r>
          </a:p>
          <a:p>
            <a:r>
              <a:rPr dirty="0"/>
              <a:t>Emails can be composed, read, filtered,</a:t>
            </a:r>
            <a:endParaRPr lang="en-US" dirty="0"/>
          </a:p>
          <a:p>
            <a:pPr marL="0" indent="0">
              <a:buNone/>
            </a:pPr>
            <a:r>
              <a:rPr dirty="0"/>
              <a:t> or deleted via voice.</a:t>
            </a:r>
          </a:p>
        </p:txBody>
      </p:sp>
      <p:pic>
        <p:nvPicPr>
          <p:cNvPr id="6" name="Picture 5" descr="A diagram of a process&#10;&#10;AI-generated content may be incorrect.">
            <a:extLst>
              <a:ext uri="{FF2B5EF4-FFF2-40B4-BE49-F238E27FC236}">
                <a16:creationId xmlns:a16="http://schemas.microsoft.com/office/drawing/2014/main" id="{5155EDE7-3BC3-93F9-3EE7-E74F962A297B}"/>
              </a:ext>
            </a:extLst>
          </p:cNvPr>
          <p:cNvPicPr>
            <a:picLocks noChangeAspect="1"/>
          </p:cNvPicPr>
          <p:nvPr/>
        </p:nvPicPr>
        <p:blipFill>
          <a:blip r:embed="rId2"/>
          <a:stretch>
            <a:fillRect/>
          </a:stretch>
        </p:blipFill>
        <p:spPr>
          <a:xfrm>
            <a:off x="6724892" y="3063240"/>
            <a:ext cx="2199189" cy="352275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253" y="358815"/>
            <a:ext cx="4444680" cy="1493134"/>
          </a:xfrm>
        </p:spPr>
        <p:txBody>
          <a:bodyPr>
            <a:normAutofit/>
          </a:bodyPr>
          <a:lstStyle/>
          <a:p>
            <a:r>
              <a:rPr sz="2800" dirty="0"/>
              <a:t>System Design &amp; Modules</a:t>
            </a:r>
          </a:p>
        </p:txBody>
      </p:sp>
      <p:sp>
        <p:nvSpPr>
          <p:cNvPr id="3" name="Content Placeholder 2"/>
          <p:cNvSpPr>
            <a:spLocks noGrp="1"/>
          </p:cNvSpPr>
          <p:nvPr>
            <p:ph idx="1"/>
          </p:nvPr>
        </p:nvSpPr>
        <p:spPr>
          <a:xfrm>
            <a:off x="92597" y="1960880"/>
            <a:ext cx="8457043" cy="4302760"/>
          </a:xfrm>
        </p:spPr>
        <p:txBody>
          <a:bodyPr>
            <a:normAutofit/>
          </a:bodyPr>
          <a:lstStyle/>
          <a:p>
            <a:r>
              <a:rPr dirty="0">
                <a:solidFill>
                  <a:srgbClr val="FF0000"/>
                </a:solidFill>
              </a:rPr>
              <a:t> </a:t>
            </a:r>
            <a:r>
              <a:rPr b="1" dirty="0">
                <a:solidFill>
                  <a:srgbClr val="FF0000"/>
                </a:solidFill>
              </a:rPr>
              <a:t>Login Module</a:t>
            </a:r>
            <a:r>
              <a:rPr dirty="0"/>
              <a:t>: Secure voice-based username &amp; password input.</a:t>
            </a:r>
          </a:p>
          <a:p>
            <a:r>
              <a:rPr b="1" dirty="0">
                <a:solidFill>
                  <a:srgbClr val="FF0000"/>
                </a:solidFill>
              </a:rPr>
              <a:t> Compose Mail Module</a:t>
            </a:r>
            <a:r>
              <a:rPr dirty="0"/>
              <a:t>: Voice input for recipient, subject, body; confirmation before sending.</a:t>
            </a:r>
          </a:p>
          <a:p>
            <a:r>
              <a:rPr b="1" dirty="0">
                <a:solidFill>
                  <a:srgbClr val="FF0000"/>
                </a:solidFill>
              </a:rPr>
              <a:t>Inbox Module</a:t>
            </a:r>
            <a:r>
              <a:rPr dirty="0"/>
              <a:t>: Voice-based filtering, mail reading with pause/resume.</a:t>
            </a:r>
          </a:p>
          <a:p>
            <a:r>
              <a:rPr b="1" dirty="0">
                <a:solidFill>
                  <a:srgbClr val="FF0000"/>
                </a:solidFill>
              </a:rPr>
              <a:t>Sent Mail &amp; Trash</a:t>
            </a:r>
            <a:r>
              <a:rPr dirty="0"/>
              <a:t>: Sort, filter, read, and delete using voice.</a:t>
            </a:r>
          </a:p>
          <a:p>
            <a:r>
              <a:rPr b="1" dirty="0">
                <a:solidFill>
                  <a:srgbClr val="FF0000"/>
                </a:solidFill>
              </a:rPr>
              <a:t>Drafts</a:t>
            </a:r>
            <a:r>
              <a:rPr b="1" dirty="0"/>
              <a:t>: </a:t>
            </a:r>
            <a:r>
              <a:rPr dirty="0"/>
              <a:t>Save incomplete emails through click-based navigation.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8460" y="312516"/>
            <a:ext cx="4371179" cy="1400537"/>
          </a:xfrm>
        </p:spPr>
        <p:txBody>
          <a:bodyPr>
            <a:normAutofit/>
          </a:bodyPr>
          <a:lstStyle/>
          <a:p>
            <a:r>
              <a:rPr sz="2800" dirty="0"/>
              <a:t>Technologies Used</a:t>
            </a:r>
          </a:p>
        </p:txBody>
      </p:sp>
      <p:sp>
        <p:nvSpPr>
          <p:cNvPr id="3" name="Content Placeholder 2"/>
          <p:cNvSpPr>
            <a:spLocks noGrp="1"/>
          </p:cNvSpPr>
          <p:nvPr>
            <p:ph idx="1"/>
          </p:nvPr>
        </p:nvSpPr>
        <p:spPr>
          <a:xfrm>
            <a:off x="162046" y="1713053"/>
            <a:ext cx="7882359" cy="4550587"/>
          </a:xfrm>
        </p:spPr>
        <p:txBody>
          <a:bodyPr/>
          <a:lstStyle/>
          <a:p>
            <a:r>
              <a:rPr b="1" dirty="0">
                <a:solidFill>
                  <a:srgbClr val="FF0000"/>
                </a:solidFill>
              </a:rPr>
              <a:t>Frontend</a:t>
            </a:r>
            <a:r>
              <a:rPr dirty="0"/>
              <a:t>: HTML, CSS, JS</a:t>
            </a:r>
          </a:p>
          <a:p>
            <a:r>
              <a:rPr b="1" dirty="0">
                <a:solidFill>
                  <a:srgbClr val="FF0000"/>
                </a:solidFill>
              </a:rPr>
              <a:t>Backend</a:t>
            </a:r>
            <a:r>
              <a:rPr dirty="0"/>
              <a:t>: PHP (processing, authentication, email operations)</a:t>
            </a:r>
          </a:p>
          <a:p>
            <a:r>
              <a:rPr b="1" dirty="0">
                <a:solidFill>
                  <a:srgbClr val="FF0000"/>
                </a:solidFill>
              </a:rPr>
              <a:t>Database</a:t>
            </a:r>
            <a:r>
              <a:rPr dirty="0"/>
              <a:t>: MySQL (users, inbox, drafts, trash, sent mails)</a:t>
            </a:r>
          </a:p>
          <a:p>
            <a:r>
              <a:rPr b="1" dirty="0">
                <a:solidFill>
                  <a:srgbClr val="FF0000"/>
                </a:solidFill>
              </a:rPr>
              <a:t>APIs Used</a:t>
            </a:r>
            <a:r>
              <a:rPr dirty="0"/>
              <a:t>: Google Speech-to-Text, Text-to-Speech</a:t>
            </a:r>
          </a:p>
          <a:p>
            <a:r>
              <a:rPr b="1" dirty="0">
                <a:solidFill>
                  <a:srgbClr val="FF0000"/>
                </a:solidFill>
              </a:rPr>
              <a:t>Server</a:t>
            </a:r>
            <a:r>
              <a:rPr dirty="0"/>
              <a:t>: Apache HTTP Server</a:t>
            </a:r>
          </a:p>
          <a:p>
            <a:r>
              <a:rPr b="1" dirty="0">
                <a:solidFill>
                  <a:srgbClr val="FF0000"/>
                </a:solidFill>
              </a:rPr>
              <a:t>Support Systems</a:t>
            </a:r>
            <a:r>
              <a:rPr dirty="0"/>
              <a:t>: IVR-based interaction logic</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9807" y="594360"/>
            <a:ext cx="5509549" cy="1246015"/>
          </a:xfrm>
        </p:spPr>
        <p:txBody>
          <a:bodyPr>
            <a:normAutofit/>
          </a:bodyPr>
          <a:lstStyle/>
          <a:p>
            <a:r>
              <a:rPr sz="2800" dirty="0"/>
              <a:t>Key Features &amp; Advantages</a:t>
            </a:r>
          </a:p>
        </p:txBody>
      </p:sp>
      <p:sp>
        <p:nvSpPr>
          <p:cNvPr id="3" name="Content Placeholder 2"/>
          <p:cNvSpPr>
            <a:spLocks noGrp="1"/>
          </p:cNvSpPr>
          <p:nvPr>
            <p:ph idx="1"/>
          </p:nvPr>
        </p:nvSpPr>
        <p:spPr>
          <a:xfrm>
            <a:off x="335666" y="2194560"/>
            <a:ext cx="8213974" cy="4069080"/>
          </a:xfrm>
        </p:spPr>
        <p:txBody>
          <a:bodyPr/>
          <a:lstStyle/>
          <a:p>
            <a:r>
              <a:rPr dirty="0"/>
              <a:t>100% voice-driven email system.</a:t>
            </a:r>
          </a:p>
          <a:p>
            <a:r>
              <a:rPr dirty="0"/>
              <a:t>No keyboard or visual dependency.</a:t>
            </a:r>
          </a:p>
          <a:p>
            <a:r>
              <a:rPr dirty="0"/>
              <a:t> Simple blind-click navigation.</a:t>
            </a:r>
          </a:p>
          <a:p>
            <a:r>
              <a:rPr dirty="0"/>
              <a:t> Increased digital inclusion for visually impaired users.</a:t>
            </a:r>
          </a:p>
          <a:p>
            <a:r>
              <a:rPr dirty="0"/>
              <a:t> Minimal training required.</a:t>
            </a:r>
          </a:p>
          <a:p>
            <a:r>
              <a:rPr dirty="0"/>
              <a:t> Encourages accessible technology development.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system&#10;&#10;AI-generated content may be incorrect.">
            <a:extLst>
              <a:ext uri="{FF2B5EF4-FFF2-40B4-BE49-F238E27FC236}">
                <a16:creationId xmlns:a16="http://schemas.microsoft.com/office/drawing/2014/main" id="{61CD2ACD-07A9-974F-AEA0-6A14C9AC6304}"/>
              </a:ext>
            </a:extLst>
          </p:cNvPr>
          <p:cNvPicPr>
            <a:picLocks noChangeAspect="1"/>
          </p:cNvPicPr>
          <p:nvPr/>
        </p:nvPicPr>
        <p:blipFill>
          <a:blip r:embed="rId2"/>
          <a:stretch>
            <a:fillRect/>
          </a:stretch>
        </p:blipFill>
        <p:spPr>
          <a:xfrm>
            <a:off x="609600" y="1589276"/>
            <a:ext cx="8321040" cy="4459581"/>
          </a:xfrm>
          <a:prstGeom prst="rect">
            <a:avLst/>
          </a:prstGeom>
        </p:spPr>
      </p:pic>
      <p:sp>
        <p:nvSpPr>
          <p:cNvPr id="7" name="TextBox 6">
            <a:extLst>
              <a:ext uri="{FF2B5EF4-FFF2-40B4-BE49-F238E27FC236}">
                <a16:creationId xmlns:a16="http://schemas.microsoft.com/office/drawing/2014/main" id="{6D9139DB-34EC-F792-7A0E-93787CB91B94}"/>
              </a:ext>
            </a:extLst>
          </p:cNvPr>
          <p:cNvSpPr txBox="1"/>
          <p:nvPr/>
        </p:nvSpPr>
        <p:spPr>
          <a:xfrm>
            <a:off x="5516880" y="624477"/>
            <a:ext cx="4572000" cy="523220"/>
          </a:xfrm>
          <a:prstGeom prst="rect">
            <a:avLst/>
          </a:prstGeom>
          <a:noFill/>
        </p:spPr>
        <p:txBody>
          <a:bodyPr wrap="square">
            <a:spAutoFit/>
          </a:bodyPr>
          <a:lstStyle/>
          <a:p>
            <a:r>
              <a:rPr lang="en-US" sz="2800" dirty="0"/>
              <a:t>IMPLEMENTATION</a:t>
            </a:r>
            <a:endParaRPr lang="en-IN" sz="2800" dirty="0"/>
          </a:p>
        </p:txBody>
      </p:sp>
    </p:spTree>
    <p:extLst>
      <p:ext uri="{BB962C8B-B14F-4D97-AF65-F5344CB8AC3E}">
        <p14:creationId xmlns:p14="http://schemas.microsoft.com/office/powerpoint/2010/main" val="15795016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
            <a:extLst>
              <a:ext uri="{FF2B5EF4-FFF2-40B4-BE49-F238E27FC236}">
                <a16:creationId xmlns:a16="http://schemas.microsoft.com/office/drawing/2014/main" id="{94DF649B-F6B6-DA27-3468-9F14D3D476FF}"/>
              </a:ext>
            </a:extLst>
          </p:cNvPr>
          <p:cNvPicPr>
            <a:picLocks noChangeAspect="1"/>
          </p:cNvPicPr>
          <p:nvPr/>
        </p:nvPicPr>
        <p:blipFill>
          <a:blip r:embed="rId2"/>
          <a:stretch>
            <a:fillRect/>
          </a:stretch>
        </p:blipFill>
        <p:spPr>
          <a:xfrm>
            <a:off x="231058" y="1905307"/>
            <a:ext cx="8681884" cy="4397170"/>
          </a:xfrm>
          <a:prstGeom prst="rect">
            <a:avLst/>
          </a:prstGeom>
        </p:spPr>
      </p:pic>
      <p:sp>
        <p:nvSpPr>
          <p:cNvPr id="11" name="TextBox 10">
            <a:extLst>
              <a:ext uri="{FF2B5EF4-FFF2-40B4-BE49-F238E27FC236}">
                <a16:creationId xmlns:a16="http://schemas.microsoft.com/office/drawing/2014/main" id="{DAD828EC-1BAB-5620-F7CD-FA6F73BE8D49}"/>
              </a:ext>
            </a:extLst>
          </p:cNvPr>
          <p:cNvSpPr txBox="1"/>
          <p:nvPr/>
        </p:nvSpPr>
        <p:spPr>
          <a:xfrm>
            <a:off x="5152103" y="672887"/>
            <a:ext cx="3760839" cy="523220"/>
          </a:xfrm>
          <a:prstGeom prst="rect">
            <a:avLst/>
          </a:prstGeom>
          <a:noFill/>
        </p:spPr>
        <p:txBody>
          <a:bodyPr wrap="square">
            <a:spAutoFit/>
          </a:bodyPr>
          <a:lstStyle/>
          <a:p>
            <a:r>
              <a:rPr lang="en-US" sz="2800" dirty="0"/>
              <a:t>  E</a:t>
            </a:r>
            <a:r>
              <a:rPr lang="en-IN" sz="2800" dirty="0"/>
              <a:t>XPECTED OUTPUT</a:t>
            </a:r>
          </a:p>
        </p:txBody>
      </p:sp>
    </p:spTree>
    <p:extLst>
      <p:ext uri="{BB962C8B-B14F-4D97-AF65-F5344CB8AC3E}">
        <p14:creationId xmlns:p14="http://schemas.microsoft.com/office/powerpoint/2010/main" val="25686715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t>Conclusion</a:t>
            </a:r>
          </a:p>
        </p:txBody>
      </p:sp>
      <p:sp>
        <p:nvSpPr>
          <p:cNvPr id="3" name="Content Placeholder 2"/>
          <p:cNvSpPr>
            <a:spLocks noGrp="1"/>
          </p:cNvSpPr>
          <p:nvPr>
            <p:ph idx="1"/>
          </p:nvPr>
        </p:nvSpPr>
        <p:spPr>
          <a:xfrm>
            <a:off x="347241" y="2194560"/>
            <a:ext cx="8202399" cy="4069080"/>
          </a:xfrm>
        </p:spPr>
        <p:txBody>
          <a:bodyPr/>
          <a:lstStyle/>
          <a:p>
            <a:r>
              <a:rPr dirty="0"/>
              <a:t>The voice-based email system empowers visually challenged individuals by enabling independent, secure, and accessible email communication. With speech technologies, IVR guidance, and simplified navigation, the project contributes significantly to digital accessibility and inclusivity.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holding a megaphone&#10;&#10;AI-generated content may be incorrect.">
            <a:extLst>
              <a:ext uri="{FF2B5EF4-FFF2-40B4-BE49-F238E27FC236}">
                <a16:creationId xmlns:a16="http://schemas.microsoft.com/office/drawing/2014/main" id="{F2B2EAB8-8D19-0099-9571-6825E0D9775E}"/>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5208559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erson sitting at a computer&#10;&#10;AI-generated content may be incorrect.">
            <a:extLst>
              <a:ext uri="{FF2B5EF4-FFF2-40B4-BE49-F238E27FC236}">
                <a16:creationId xmlns:a16="http://schemas.microsoft.com/office/drawing/2014/main" id="{67664256-4AB5-4A8F-D653-0E41718FAB1B}"/>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5434557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TM04033937[[fn=Vapor Trail]]</Template>
  <TotalTime>273</TotalTime>
  <Words>424</Words>
  <Application>Microsoft Office PowerPoint</Application>
  <PresentationFormat>On-screen Show (4:3)</PresentationFormat>
  <Paragraphs>60</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Vapor Trail</vt:lpstr>
      <vt:lpstr>Voice-Based Email for Visually Challenged Users</vt:lpstr>
      <vt:lpstr>Introduction &amp; Problem Statement</vt:lpstr>
      <vt:lpstr>Proposed Solution</vt:lpstr>
      <vt:lpstr>System Workflow Overview</vt:lpstr>
      <vt:lpstr>System Design &amp; Modules</vt:lpstr>
      <vt:lpstr>Technologies Used</vt:lpstr>
      <vt:lpstr>Key Features &amp; Advantages</vt:lpstr>
      <vt:lpstr>PowerPoint Presentation</vt:lpstr>
      <vt:lpstr>PowerPoint Presentation</vt:lpstr>
      <vt:lpstr>Conclusion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SNEHA</dc:creator>
  <cp:keywords/>
  <dc:description>generated using python-pptx</dc:description>
  <cp:lastModifiedBy>SNEHA GUNTA</cp:lastModifiedBy>
  <cp:revision>5</cp:revision>
  <dcterms:created xsi:type="dcterms:W3CDTF">2013-01-27T09:14:16Z</dcterms:created>
  <dcterms:modified xsi:type="dcterms:W3CDTF">2025-12-03T17:31:56Z</dcterms:modified>
  <cp:category/>
</cp:coreProperties>
</file>